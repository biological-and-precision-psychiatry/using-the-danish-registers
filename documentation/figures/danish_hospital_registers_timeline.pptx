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72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B1378-89EF-4B92-B68E-8666A32A9423}" v="7" dt="2026-10-19T08:49:39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a Springhorn Grønkjær" userId="d1a7231d-3832-433a-8b60-2bac343d15ad" providerId="ADAL" clId="{61D8F294-D333-4709-941C-4A6243DA3581}"/>
    <pc:docChg chg="undo custSel modSld">
      <pc:chgData name="Clara Springhorn Grønkjær" userId="d1a7231d-3832-433a-8b60-2bac343d15ad" providerId="ADAL" clId="{61D8F294-D333-4709-941C-4A6243DA3581}" dt="2026-10-19T08:53:38.784" v="210" actId="1035"/>
      <pc:docMkLst>
        <pc:docMk/>
      </pc:docMkLst>
      <pc:sldChg chg="delSp modSp mod">
        <pc:chgData name="Clara Springhorn Grønkjær" userId="d1a7231d-3832-433a-8b60-2bac343d15ad" providerId="ADAL" clId="{61D8F294-D333-4709-941C-4A6243DA3581}" dt="2026-10-19T08:53:38.784" v="210" actId="1035"/>
        <pc:sldMkLst>
          <pc:docMk/>
          <pc:sldMk cId="0" sldId="256"/>
        </pc:sldMkLst>
        <pc:spChg chg="mod">
          <ac:chgData name="Clara Springhorn Grønkjær" userId="d1a7231d-3832-433a-8b60-2bac343d15ad" providerId="ADAL" clId="{61D8F294-D333-4709-941C-4A6243DA3581}" dt="2026-10-19T08:53:20.775" v="170" actId="1035"/>
          <ac:spMkLst>
            <pc:docMk/>
            <pc:sldMk cId="0" sldId="256"/>
            <ac:spMk id="3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22.952" v="177" actId="1035"/>
          <ac:spMkLst>
            <pc:docMk/>
            <pc:sldMk cId="0" sldId="256"/>
            <ac:spMk id="4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25.015" v="184" actId="1035"/>
          <ac:spMkLst>
            <pc:docMk/>
            <pc:sldMk cId="0" sldId="256"/>
            <ac:spMk id="5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27.039" v="191" actId="1035"/>
          <ac:spMkLst>
            <pc:docMk/>
            <pc:sldMk cId="0" sldId="256"/>
            <ac:spMk id="6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1:51.366" v="132" actId="208"/>
          <ac:spMkLst>
            <pc:docMk/>
            <pc:sldMk cId="0" sldId="256"/>
            <ac:spMk id="7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2:51.135" v="159" actId="1035"/>
          <ac:spMkLst>
            <pc:docMk/>
            <pc:sldMk cId="0" sldId="256"/>
            <ac:spMk id="8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2:51.135" v="159" actId="1035"/>
          <ac:spMkLst>
            <pc:docMk/>
            <pc:sldMk cId="0" sldId="256"/>
            <ac:spMk id="12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2:51.135" v="159" actId="103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03.967" v="161" actId="403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0:47.172" v="105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0:49.428" v="108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22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24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15.896" v="163" actId="14100"/>
          <ac:spMkLst>
            <pc:docMk/>
            <pc:sldMk cId="0" sldId="256"/>
            <ac:spMk id="26" creationId="{00000000-0000-0000-0000-000000000000}"/>
          </ac:spMkLst>
        </pc:spChg>
        <pc:spChg chg="del">
          <ac:chgData name="Clara Springhorn Grønkjær" userId="d1a7231d-3832-433a-8b60-2bac343d15ad" providerId="ADAL" clId="{61D8F294-D333-4709-941C-4A6243DA3581}" dt="2026-10-19T08:48:33.311" v="9" actId="478"/>
          <ac:spMkLst>
            <pc:docMk/>
            <pc:sldMk cId="0" sldId="256"/>
            <ac:spMk id="27" creationId="{00000000-0000-0000-0000-000000000000}"/>
          </ac:spMkLst>
        </pc:spChg>
        <pc:spChg chg="del">
          <ac:chgData name="Clara Springhorn Grønkjær" userId="d1a7231d-3832-433a-8b60-2bac343d15ad" providerId="ADAL" clId="{61D8F294-D333-4709-941C-4A6243DA3581}" dt="2026-10-19T08:50:18.332" v="86" actId="478"/>
          <ac:spMkLst>
            <pc:docMk/>
            <pc:sldMk cId="0" sldId="256"/>
            <ac:spMk id="28" creationId="{00000000-0000-0000-0000-000000000000}"/>
          </ac:spMkLst>
        </pc:spChg>
        <pc:spChg chg="del">
          <ac:chgData name="Clara Springhorn Grønkjær" userId="d1a7231d-3832-433a-8b60-2bac343d15ad" providerId="ADAL" clId="{61D8F294-D333-4709-941C-4A6243DA3581}" dt="2026-10-19T08:50:22.476" v="88" actId="478"/>
          <ac:spMkLst>
            <pc:docMk/>
            <pc:sldMk cId="0" sldId="256"/>
            <ac:spMk id="29" creationId="{00000000-0000-0000-0000-000000000000}"/>
          </ac:spMkLst>
        </pc:spChg>
        <pc:spChg chg="del">
          <ac:chgData name="Clara Springhorn Grønkjær" userId="d1a7231d-3832-433a-8b60-2bac343d15ad" providerId="ADAL" clId="{61D8F294-D333-4709-941C-4A6243DA3581}" dt="2026-10-19T08:48:34.338" v="10" actId="478"/>
          <ac:spMkLst>
            <pc:docMk/>
            <pc:sldMk cId="0" sldId="256"/>
            <ac:spMk id="30" creationId="{00000000-0000-0000-0000-000000000000}"/>
          </ac:spMkLst>
        </pc:spChg>
        <pc:spChg chg="del">
          <ac:chgData name="Clara Springhorn Grønkjær" userId="d1a7231d-3832-433a-8b60-2bac343d15ad" providerId="ADAL" clId="{61D8F294-D333-4709-941C-4A6243DA3581}" dt="2026-10-19T08:50:16.746" v="85" actId="478"/>
          <ac:spMkLst>
            <pc:docMk/>
            <pc:sldMk cId="0" sldId="256"/>
            <ac:spMk id="31" creationId="{00000000-0000-0000-0000-000000000000}"/>
          </ac:spMkLst>
        </pc:spChg>
        <pc:spChg chg="del">
          <ac:chgData name="Clara Springhorn Grønkjær" userId="d1a7231d-3832-433a-8b60-2bac343d15ad" providerId="ADAL" clId="{61D8F294-D333-4709-941C-4A6243DA3581}" dt="2026-10-19T08:50:21.738" v="87" actId="478"/>
          <ac:spMkLst>
            <pc:docMk/>
            <pc:sldMk cId="0" sldId="256"/>
            <ac:spMk id="32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03.967" v="161" actId="403"/>
          <ac:spMkLst>
            <pc:docMk/>
            <pc:sldMk cId="0" sldId="256"/>
            <ac:spMk id="33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34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35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36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37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38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39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41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42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38.784" v="210" actId="1035"/>
          <ac:spMkLst>
            <pc:docMk/>
            <pc:sldMk cId="0" sldId="256"/>
            <ac:spMk id="43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03.967" v="161" actId="403"/>
          <ac:spMkLst>
            <pc:docMk/>
            <pc:sldMk cId="0" sldId="256"/>
            <ac:spMk id="44" creationId="{00000000-0000-0000-0000-000000000000}"/>
          </ac:spMkLst>
        </pc:spChg>
        <pc:spChg chg="mod">
          <ac:chgData name="Clara Springhorn Grønkjær" userId="d1a7231d-3832-433a-8b60-2bac343d15ad" providerId="ADAL" clId="{61D8F294-D333-4709-941C-4A6243DA3581}" dt="2026-10-19T08:53:03.967" v="161" actId="403"/>
          <ac:spMkLst>
            <pc:docMk/>
            <pc:sldMk cId="0" sldId="256"/>
            <ac:spMk id="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27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Hospital Registers: Coverage Timeline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2377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Psychiatric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15529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2872469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74319" y="3603989"/>
            <a:ext cx="1339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08759" y="1298448"/>
            <a:ext cx="4648741" cy="517265"/>
          </a:xfrm>
          <a:prstGeom prst="roundRect">
            <a:avLst>
              <a:gd name="adj" fmla="val 14286"/>
            </a:avLst>
          </a:prstGeom>
          <a:solidFill>
            <a:srgbClr val="6A4C93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Text 6"/>
          <p:cNvSpPr txBox="1"/>
          <p:nvPr/>
        </p:nvSpPr>
        <p:spPr>
          <a:xfrm>
            <a:off x="1508760" y="1298448"/>
            <a:ext cx="4648740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b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1969–1994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57504" y="1298448"/>
            <a:ext cx="4291149" cy="517265"/>
          </a:xfrm>
          <a:prstGeom prst="roundRect">
            <a:avLst>
              <a:gd name="adj" fmla="val 14286"/>
            </a:avLst>
          </a:prstGeom>
          <a:solidFill>
            <a:srgbClr val="6A4C93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0" name="Text 8"/>
          <p:cNvSpPr txBox="1"/>
          <p:nvPr/>
        </p:nvSpPr>
        <p:spPr>
          <a:xfrm>
            <a:off x="6157504" y="1298448"/>
            <a:ext cx="4291149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merged into LPR2</a:t>
            </a:r>
            <a:b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1995–2019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448653" y="1298448"/>
            <a:ext cx="1072787" cy="517265"/>
          </a:xfrm>
          <a:prstGeom prst="roundRect">
            <a:avLst>
              <a:gd name="adj" fmla="val 14286"/>
            </a:avLst>
          </a:prstGeom>
          <a:solidFill>
            <a:srgbClr val="6A4C93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2" name="Text 10"/>
          <p:cNvSpPr txBox="1"/>
          <p:nvPr/>
        </p:nvSpPr>
        <p:spPr>
          <a:xfrm>
            <a:off x="10448653" y="1298448"/>
            <a:ext cx="1072787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LPR3</a:t>
            </a:r>
            <a:b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39143" y="2029968"/>
            <a:ext cx="7509510" cy="517265"/>
          </a:xfrm>
          <a:prstGeom prst="roundRect">
            <a:avLst>
              <a:gd name="adj" fmla="val 14286"/>
            </a:avLst>
          </a:prstGeom>
          <a:solidFill>
            <a:srgbClr val="1B8A8A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4" name="Text 12"/>
          <p:cNvSpPr txBox="1"/>
          <p:nvPr/>
        </p:nvSpPr>
        <p:spPr>
          <a:xfrm>
            <a:off x="2939143" y="2029968"/>
            <a:ext cx="7509510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LPR2</a:t>
            </a:r>
            <a:b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1977–2019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448653" y="2029968"/>
            <a:ext cx="1072787" cy="517265"/>
          </a:xfrm>
          <a:prstGeom prst="roundRect">
            <a:avLst>
              <a:gd name="adj" fmla="val 14286"/>
            </a:avLst>
          </a:prstGeom>
          <a:solidFill>
            <a:srgbClr val="1B8A8A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6" name="Text 14"/>
          <p:cNvSpPr txBox="1"/>
          <p:nvPr/>
        </p:nvSpPr>
        <p:spPr>
          <a:xfrm>
            <a:off x="10448653" y="2029968"/>
            <a:ext cx="1072787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LPR3</a:t>
            </a:r>
            <a:b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08760" y="2747143"/>
            <a:ext cx="4469946" cy="517265"/>
          </a:xfrm>
          <a:prstGeom prst="roundRect">
            <a:avLst>
              <a:gd name="adj" fmla="val 14286"/>
            </a:avLst>
          </a:prstGeom>
          <a:solidFill>
            <a:srgbClr val="F0F1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 txBox="1"/>
          <p:nvPr/>
        </p:nvSpPr>
        <p:spPr>
          <a:xfrm>
            <a:off x="1508760" y="2747143"/>
            <a:ext cx="4469946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ICD-8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1969–1993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78706" y="2747143"/>
            <a:ext cx="5542734" cy="517265"/>
          </a:xfrm>
          <a:prstGeom prst="roundRect">
            <a:avLst>
              <a:gd name="adj" fmla="val 14286"/>
            </a:avLst>
          </a:prstGeom>
          <a:solidFill>
            <a:srgbClr val="F0F1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Text 18"/>
          <p:cNvSpPr txBox="1"/>
          <p:nvPr/>
        </p:nvSpPr>
        <p:spPr>
          <a:xfrm>
            <a:off x="5978706" y="2747143"/>
            <a:ext cx="5542734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08760" y="3478663"/>
            <a:ext cx="4648744" cy="517265"/>
          </a:xfrm>
          <a:prstGeom prst="roundRect">
            <a:avLst>
              <a:gd name="adj" fmla="val 14286"/>
            </a:avLst>
          </a:prstGeom>
          <a:solidFill>
            <a:srgbClr val="F0F1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2" name="Text 20"/>
          <p:cNvSpPr txBox="1"/>
          <p:nvPr/>
        </p:nvSpPr>
        <p:spPr>
          <a:xfrm>
            <a:off x="1508759" y="3478663"/>
            <a:ext cx="4648743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only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1969–1994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57504" y="3478663"/>
            <a:ext cx="4291149" cy="517265"/>
          </a:xfrm>
          <a:prstGeom prst="roundRect">
            <a:avLst>
              <a:gd name="adj" fmla="val 14286"/>
            </a:avLst>
          </a:prstGeom>
          <a:solidFill>
            <a:srgbClr val="F0F1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4" name="Text 22"/>
          <p:cNvSpPr txBox="1"/>
          <p:nvPr/>
        </p:nvSpPr>
        <p:spPr>
          <a:xfrm>
            <a:off x="6157504" y="3478663"/>
            <a:ext cx="4291149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Inpatient, outpatient, emergency room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448653" y="3478663"/>
            <a:ext cx="1072787" cy="517265"/>
          </a:xfrm>
          <a:prstGeom prst="roundRect">
            <a:avLst>
              <a:gd name="adj" fmla="val 14286"/>
            </a:avLst>
          </a:prstGeom>
          <a:solidFill>
            <a:srgbClr val="F0F1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6" name="Text 24"/>
          <p:cNvSpPr txBox="1"/>
          <p:nvPr/>
        </p:nvSpPr>
        <p:spPr>
          <a:xfrm>
            <a:off x="10448653" y="3478663"/>
            <a:ext cx="1072787" cy="51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separable 2019–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508760" y="4364910"/>
            <a:ext cx="100126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34" name="Shape 32"/>
          <p:cNvSpPr/>
          <p:nvPr/>
        </p:nvSpPr>
        <p:spPr>
          <a:xfrm>
            <a:off x="1687558" y="4364910"/>
            <a:ext cx="0" cy="73152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35" name="Text 33"/>
          <p:cNvSpPr txBox="1"/>
          <p:nvPr/>
        </p:nvSpPr>
        <p:spPr>
          <a:xfrm>
            <a:off x="1321798" y="445635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475536" y="4364910"/>
            <a:ext cx="0" cy="73152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37" name="Text 35"/>
          <p:cNvSpPr txBox="1"/>
          <p:nvPr/>
        </p:nvSpPr>
        <p:spPr>
          <a:xfrm>
            <a:off x="3109776" y="445635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263515" y="4364910"/>
            <a:ext cx="0" cy="73152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39" name="Text 37"/>
          <p:cNvSpPr txBox="1"/>
          <p:nvPr/>
        </p:nvSpPr>
        <p:spPr>
          <a:xfrm>
            <a:off x="4897755" y="445635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051494" y="4364910"/>
            <a:ext cx="0" cy="73152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41" name="Text 39"/>
          <p:cNvSpPr txBox="1"/>
          <p:nvPr/>
        </p:nvSpPr>
        <p:spPr>
          <a:xfrm>
            <a:off x="6685734" y="445635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839472" y="4364910"/>
            <a:ext cx="0" cy="73152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43" name="Text 41"/>
          <p:cNvSpPr txBox="1"/>
          <p:nvPr/>
        </p:nvSpPr>
        <p:spPr>
          <a:xfrm>
            <a:off x="8473712" y="445635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627451" y="4364910"/>
            <a:ext cx="0" cy="73152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45" name="Text 43"/>
          <p:cNvSpPr txBox="1"/>
          <p:nvPr/>
        </p:nvSpPr>
        <p:spPr>
          <a:xfrm>
            <a:off x="10261691" y="445635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= Psychiatric Central Research Register. LPR = Landspatientregisteret (Danish National Patient Registry). PCR and LPR2 overlap 1977–1994 but cover different departments (psychiatric vs. somatic), so contacts are not double-counted. LPR3 does not reliably distinguish inpatient / outpatient / emergency contacts.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isterTimeline">
  <a:themeElements>
    <a:clrScheme name="RegisterTimeline">
      <a:dk1>
        <a:srgbClr val="1A1A1A"/>
      </a:dk1>
      <a:lt1>
        <a:srgbClr val="FFFFFF"/>
      </a:lt1>
      <a:dk2>
        <a:srgbClr val="3B2F63"/>
      </a:dk2>
      <a:lt2>
        <a:srgbClr val="F5F4F8"/>
      </a:lt2>
      <a:accent1>
        <a:srgbClr val="6A4C93"/>
      </a:accent1>
      <a:accent2>
        <a:srgbClr val="1B8A8A"/>
      </a:accent2>
      <a:accent3>
        <a:srgbClr val="6B7280"/>
      </a:accent3>
      <a:accent4>
        <a:srgbClr val="A78BC9"/>
      </a:accent4>
      <a:accent5>
        <a:srgbClr val="6FBFBF"/>
      </a:accent5>
      <a:accent6>
        <a:srgbClr val="9CA3AF"/>
      </a:accent6>
      <a:hlink>
        <a:srgbClr val="1B8A8A"/>
      </a:hlink>
      <a:folHlink>
        <a:srgbClr val="6A4C93"/>
      </a:folHlink>
    </a:clrScheme>
    <a:fontScheme name="RegisterTimeli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111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RegisterTimeline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Clara Springhorn Grønkjær</cp:lastModifiedBy>
  <cp:revision>1</cp:revision>
  <dcterms:created xsi:type="dcterms:W3CDTF">2026-10-19T08:46:56Z</dcterms:created>
  <dcterms:modified xsi:type="dcterms:W3CDTF">2026-10-19T08:53:40Z</dcterms:modified>
</cp:coreProperties>
</file>